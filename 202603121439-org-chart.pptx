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225491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274552" cy="225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7500" dirty="0"/>
          </a:p>
          <a:p>
            <a:pPr algn="ctr" indent="0" marL="0">
              <a:buNone/>
            </a:pPr>
            <a:r>
              <a:rPr lang="en-US" sz="7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7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2026-03-12T21:40:00Z</dcterms:created>
  <dcterms:modified xsi:type="dcterms:W3CDTF">2026-03-12T21:40:00Z</dcterms:modified>
</cp:coreProperties>
</file>